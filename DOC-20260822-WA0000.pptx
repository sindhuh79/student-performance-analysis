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70" r:id="rId6"/>
    <p:sldId id="263" r:id="rId7"/>
    <p:sldId id="271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253CB4A-5B1F-4331-8E83-572AC01F05BE}">
          <p14:sldIdLst>
            <p14:sldId id="259"/>
            <p14:sldId id="260"/>
            <p14:sldId id="261"/>
            <p14:sldId id="262"/>
            <p14:sldId id="270"/>
            <p14:sldId id="263"/>
            <p14:sldId id="271"/>
            <p14:sldId id="264"/>
            <p14:sldId id="265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3" autoAdjust="0"/>
    <p:restoredTop sz="94660"/>
  </p:normalViewPr>
  <p:slideViewPr>
    <p:cSldViewPr snapToGrid="0">
      <p:cViewPr varScale="1">
        <p:scale>
          <a:sx n="42" d="100"/>
          <a:sy n="42" d="100"/>
        </p:scale>
        <p:origin x="48" y="8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22/08/2026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 /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e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Ramesh </a:t>
            </a:r>
            <a:r>
              <a:rPr lang="en-IN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Sengodan</a:t>
            </a: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Professor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</a:t>
            </a: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Artificial Intelligence &amp; Advanced Computing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 IN CSE(IOT)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HoD: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Sampath AK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Coordinator: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. Francis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Annareddy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Geetha Arjunan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0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Review-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PROJECT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443900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Sindhu </a:t>
                      </a:r>
                      <a:r>
                        <a:rPr lang="en-US" b="1" dirty="0" err="1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Hosagoudar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20241CIT0179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5CIT03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0"/>
            <a:ext cx="10515600" cy="444136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/>
              <a:t>Rivoquix</a:t>
            </a:r>
            <a:r>
              <a:rPr lang="en-IN" b="1" dirty="0"/>
              <a:t> Technologies</a:t>
            </a:r>
            <a:r>
              <a:rPr lang="en-IN" dirty="0"/>
              <a:t> is a technology-driven organization focused on providing industry-oriented training and skill development programs.</a:t>
            </a:r>
          </a:p>
          <a:p>
            <a:r>
              <a:rPr lang="en-IN" dirty="0"/>
              <a:t> The company aims to bridge the gap between academic learning and industry requirements by offering practical training in emerging technologies.</a:t>
            </a:r>
          </a:p>
          <a:p>
            <a:r>
              <a:rPr lang="en-IN" dirty="0"/>
              <a:t> Through its internship programs, students gain hands-on exposure to real-world tools, technologies, and professional work environments.</a:t>
            </a:r>
          </a:p>
          <a:p>
            <a:r>
              <a:rPr lang="en-IN" dirty="0"/>
              <a:t>The organization emphasizes practical learning, technical excellence, and career readiness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339355"/>
          </a:xfrm>
        </p:spPr>
        <p:txBody>
          <a:bodyPr/>
          <a:lstStyle/>
          <a:p>
            <a:r>
              <a:rPr lang="en-IN" b="1" dirty="0"/>
              <a:t>Working Domain: Data Science</a:t>
            </a:r>
          </a:p>
          <a:p>
            <a:r>
              <a:rPr lang="en-IN" b="1" dirty="0"/>
              <a:t>Data Science</a:t>
            </a:r>
            <a:r>
              <a:rPr lang="en-IN" dirty="0"/>
              <a:t> is an interdisciplinary field that involves collecting, processing, </a:t>
            </a:r>
            <a:r>
              <a:rPr lang="en-IN" dirty="0" err="1"/>
              <a:t>analyzing</a:t>
            </a:r>
            <a:r>
              <a:rPr lang="en-IN" dirty="0"/>
              <a:t>, and interpreting data to extract meaningful insights and support decision-making. </a:t>
            </a:r>
          </a:p>
          <a:p>
            <a:r>
              <a:rPr lang="en-IN" dirty="0"/>
              <a:t>During the internship, I gained practical exposure to Python programming and SQL, which are widely used for data analysis and database management. </a:t>
            </a:r>
          </a:p>
          <a:p>
            <a:r>
              <a:rPr lang="en-IN" dirty="0"/>
              <a:t>Data Science helps organizations identify patterns, trends, and valuable information from large datasets, enabling data-driven solutions and informed business decisions.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6D1E1-B167-EE53-1F95-8FA9CF4D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2A3310-94F9-30AC-F8A8-B519F436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5</a:t>
            </a:fld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FF3279-332D-A48A-8568-49B595AF624B}"/>
              </a:ext>
            </a:extLst>
          </p:cNvPr>
          <p:cNvSpPr txBox="1"/>
          <p:nvPr/>
        </p:nvSpPr>
        <p:spPr>
          <a:xfrm>
            <a:off x="838200" y="727786"/>
            <a:ext cx="105156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Features of Data Science:</a:t>
            </a:r>
            <a:endParaRPr lang="en-IN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Collection and processing of large volumes of data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Data cleaning and preprocessing for improved accuracy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Analysis of structured and unstructured data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Identification of patterns and trends through analytics</a:t>
            </a:r>
          </a:p>
          <a:p>
            <a:pPr lvl="0"/>
            <a:endParaRPr lang="en-IN" sz="2800" dirty="0"/>
          </a:p>
          <a:p>
            <a:r>
              <a:rPr lang="en-IN" sz="2800" b="1" dirty="0"/>
              <a:t>Importance of Data Science:</a:t>
            </a:r>
            <a:endParaRPr lang="en-IN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Helps organizations make better business decisions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Improves efficiency through data analysis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Enables prediction of future trends and outcomes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Assists in solving real-world problems using data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256062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IN" dirty="0"/>
              <a:t>During the internship at </a:t>
            </a:r>
            <a:r>
              <a:rPr lang="en-IN" b="1" dirty="0" err="1"/>
              <a:t>Rivoquix</a:t>
            </a:r>
            <a:r>
              <a:rPr lang="en-IN" b="1" dirty="0"/>
              <a:t> Technologies</a:t>
            </a:r>
            <a:r>
              <a:rPr lang="en-IN" dirty="0"/>
              <a:t>, I worked under the guidance of a dedicated trainer and mentor who provided technical support and monitored our progress throughout the program.</a:t>
            </a:r>
          </a:p>
          <a:p>
            <a:r>
              <a:rPr lang="en-IN" dirty="0"/>
              <a:t> The internship was conducted in a collaborative learning environment where interns participated in training sessions, practical exercises, and discussions related to Data Science.</a:t>
            </a:r>
          </a:p>
          <a:p>
            <a:r>
              <a:rPr lang="en-IN" dirty="0"/>
              <a:t>The reporting structure involved regular interaction with the trainer for learning activities, project guidance, doubt clarification, and performance evaluation.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DD3B1-D6E2-AF54-1BFC-041A95FB1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1F07AF-7BC0-3A6C-F748-FF3CEB6F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7</a:t>
            </a:fld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EAC9E1-C0B9-ED0F-59A4-A079E81AD421}"/>
              </a:ext>
            </a:extLst>
          </p:cNvPr>
          <p:cNvSpPr txBox="1"/>
          <p:nvPr/>
        </p:nvSpPr>
        <p:spPr>
          <a:xfrm>
            <a:off x="671803" y="690465"/>
            <a:ext cx="1095413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 mentor assigned tasks, reviewed progress, and provided feedback to ensure effective understanding of Python, SQL, and Data Science concepts.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 reporting structure involved regular interaction with the trainer, who assigned learning activities, monitored project progress, reviewed completed tasks, and provided technical guidance throughout the internship.</a:t>
            </a:r>
          </a:p>
          <a:p>
            <a:r>
              <a:rPr lang="en-IN" sz="2800" b="1" dirty="0"/>
              <a:t>Team Structure:</a:t>
            </a:r>
            <a:endParaRPr lang="en-IN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Internship Coordinator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Trainer / Mentor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Data Science Interns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0390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488645"/>
          </a:xfrm>
        </p:spPr>
        <p:txBody>
          <a:bodyPr/>
          <a:lstStyle/>
          <a:p>
            <a:pPr lvl="0"/>
            <a:r>
              <a:rPr lang="en-IN" dirty="0"/>
              <a:t>Finding a suitable internship opportunity that aligned with my area of interest in Data Science. </a:t>
            </a:r>
          </a:p>
          <a:p>
            <a:pPr lvl="0"/>
            <a:r>
              <a:rPr lang="en-IN" dirty="0"/>
              <a:t>Understanding new concepts in Python programming and SQL during the initial stages of the internship. </a:t>
            </a:r>
          </a:p>
          <a:p>
            <a:pPr lvl="0"/>
            <a:r>
              <a:rPr lang="en-IN" dirty="0"/>
              <a:t>Learning to apply theoretical knowledge to practical tasks and real-world datasets. </a:t>
            </a:r>
          </a:p>
          <a:p>
            <a:pPr lvl="0"/>
            <a:r>
              <a:rPr lang="en-IN" dirty="0"/>
              <a:t>Debugging errors and troubleshooting issues while writing Python programs and SQL queries.</a:t>
            </a:r>
          </a:p>
          <a:p>
            <a:pPr lvl="0"/>
            <a:r>
              <a:rPr lang="en-IN" dirty="0"/>
              <a:t>Adapting to a professional learning environment and maintaining consistency in completing assigned tasks.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488645"/>
          </a:xfrm>
        </p:spPr>
        <p:txBody>
          <a:bodyPr>
            <a:normAutofit/>
          </a:bodyPr>
          <a:lstStyle/>
          <a:p>
            <a:pPr lvl="0"/>
            <a:r>
              <a:rPr lang="en-IN" dirty="0"/>
              <a:t>To understand the fundamentals of Data Science and Data Analytics through practical implementation. </a:t>
            </a:r>
          </a:p>
          <a:p>
            <a:pPr lvl="0"/>
            <a:r>
              <a:rPr lang="en-IN" dirty="0"/>
              <a:t>To develop programming and analytical skills using Python and SQL. </a:t>
            </a:r>
          </a:p>
          <a:p>
            <a:pPr lvl="0"/>
            <a:r>
              <a:rPr lang="en-IN" dirty="0"/>
              <a:t>To collect, organize, and manage student academic data efficiently. </a:t>
            </a:r>
          </a:p>
          <a:p>
            <a:pPr lvl="0"/>
            <a:r>
              <a:rPr lang="en-IN" dirty="0"/>
              <a:t>To </a:t>
            </a:r>
            <a:r>
              <a:rPr lang="en-IN" dirty="0" err="1"/>
              <a:t>analyze</a:t>
            </a:r>
            <a:r>
              <a:rPr lang="en-IN" dirty="0"/>
              <a:t> student performance based on factors such as attendance, study hours, and assessment scores. </a:t>
            </a:r>
          </a:p>
          <a:p>
            <a:pPr lvl="0"/>
            <a:r>
              <a:rPr lang="en-IN" dirty="0"/>
              <a:t>To identify patterns and trends that influence academic performance.</a:t>
            </a:r>
          </a:p>
          <a:p>
            <a:r>
              <a:rPr lang="en-IN" dirty="0"/>
              <a:t>To visualize data using charts and graphs for better interpretation of results.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6"/>
            <a:ext cx="11294588" cy="43702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Project: Student Performance Analysis Using Python And SQL</a:t>
            </a:r>
          </a:p>
          <a:p>
            <a:endParaRPr lang="en-US" b="1" dirty="0"/>
          </a:p>
          <a:p>
            <a:r>
              <a:rPr lang="en-US" b="1" dirty="0"/>
              <a:t>GitHub </a:t>
            </a:r>
            <a:r>
              <a:rPr lang="en-US" b="1" dirty="0" err="1"/>
              <a:t>Repository:https</a:t>
            </a:r>
            <a:r>
              <a:rPr lang="en-US" b="1" dirty="0"/>
              <a:t> : //github.com/sindhuh79/Student-Performance-Analysis/issues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 Repository Contains:</a:t>
            </a:r>
          </a:p>
          <a:p>
            <a:r>
              <a:rPr lang="en-US" b="1" dirty="0"/>
              <a:t>Source Code</a:t>
            </a:r>
          </a:p>
          <a:p>
            <a:r>
              <a:rPr lang="en-US" b="1" dirty="0" err="1"/>
              <a:t>Sql</a:t>
            </a:r>
            <a:r>
              <a:rPr lang="en-US" b="1" dirty="0"/>
              <a:t> queries</a:t>
            </a:r>
          </a:p>
          <a:p>
            <a:r>
              <a:rPr lang="en-US" b="1" dirty="0"/>
              <a:t>Student data</a:t>
            </a:r>
          </a:p>
          <a:p>
            <a:r>
              <a:rPr lang="en-US" b="1" dirty="0"/>
              <a:t>Project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729</Words>
  <Application>Microsoft Office PowerPoint</Application>
  <PresentationFormat>Widescreen</PresentationFormat>
  <Paragraphs>95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Content</vt:lpstr>
      <vt:lpstr>About Company or Organization</vt:lpstr>
      <vt:lpstr>Working domain or the technology</vt:lpstr>
      <vt:lpstr>PowerPoint Presentation</vt:lpstr>
      <vt:lpstr>About your team and reporting Manager</vt:lpstr>
      <vt:lpstr>PowerPoint Presentation</vt:lpstr>
      <vt:lpstr>Challenges Faced in Internship</vt:lpstr>
      <vt:lpstr>Objectives of the work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kstsindhug@gmail.com</cp:lastModifiedBy>
  <cp:revision>725</cp:revision>
  <dcterms:created xsi:type="dcterms:W3CDTF">2022-10-14T07:18:00Z</dcterms:created>
  <dcterms:modified xsi:type="dcterms:W3CDTF">2026-08-22T06:41:25Z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CE4ACBFC5DE649D1ABE62E4F106BA2EA_13</vt:lpwstr>
  </property>
</Properties>
</file>